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490" r:id="rId5"/>
    <p:sldId id="476" r:id="rId6"/>
    <p:sldId id="491" r:id="rId7"/>
    <p:sldId id="477" r:id="rId8"/>
    <p:sldId id="492" r:id="rId9"/>
    <p:sldId id="479" r:id="rId10"/>
    <p:sldId id="493" r:id="rId11"/>
    <p:sldId id="501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4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1" autoAdjust="0"/>
    <p:restoredTop sz="94660"/>
  </p:normalViewPr>
  <p:slideViewPr>
    <p:cSldViewPr snapToGrid="0">
      <p:cViewPr>
        <p:scale>
          <a:sx n="75" d="100"/>
          <a:sy n="75" d="100"/>
        </p:scale>
        <p:origin x="792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09" y="1608769"/>
            <a:ext cx="10797791" cy="4138887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b="1" dirty="0"/>
              <a:t>Applet – </a:t>
            </a:r>
            <a:r>
              <a:rPr lang="en-US" dirty="0"/>
              <a:t>Introduction</a:t>
            </a:r>
          </a:p>
          <a:p>
            <a:r>
              <a:rPr lang="en-US" dirty="0"/>
              <a:t>Life Cycle of an Applet</a:t>
            </a:r>
          </a:p>
          <a:p>
            <a:pPr lvl="1"/>
            <a:r>
              <a:rPr lang="en-US" dirty="0"/>
              <a:t>Life cycle methods of applet</a:t>
            </a:r>
          </a:p>
          <a:p>
            <a:pPr lvl="1"/>
            <a:r>
              <a:rPr lang="en-US" dirty="0"/>
              <a:t>Example of applet</a:t>
            </a:r>
          </a:p>
          <a:p>
            <a:r>
              <a:rPr lang="en-IN" dirty="0"/>
              <a:t>GUI with Applet</a:t>
            </a:r>
          </a:p>
          <a:p>
            <a:pPr lvl="1"/>
            <a:r>
              <a:rPr lang="en-IN" dirty="0"/>
              <a:t>Graphics in applet</a:t>
            </a:r>
          </a:p>
          <a:p>
            <a:pPr lvl="1"/>
            <a:r>
              <a:rPr lang="en-IN" dirty="0"/>
              <a:t>Displaying an image in applet</a:t>
            </a:r>
          </a:p>
          <a:p>
            <a:pPr lvl="1"/>
            <a:r>
              <a:rPr lang="en-IN" dirty="0"/>
              <a:t>Painting in applet</a:t>
            </a:r>
          </a:p>
          <a:p>
            <a:pPr lvl="1"/>
            <a:r>
              <a:rPr lang="en-IN" dirty="0"/>
              <a:t>Parameters in applet</a:t>
            </a:r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Applet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Applet -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815786" y="1352995"/>
            <a:ext cx="8453720" cy="39934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An applet is a special type of program that is embedded in the webpage to generate dynamic content. It runs inside the browser and works on the client side.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Advantage of Applet</a:t>
            </a:r>
          </a:p>
          <a:p>
            <a:pPr algn="just"/>
            <a:endParaRPr lang="en-US" sz="9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works on the client side so less response time.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Secured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be executed by browsers running under many platforms, including Linux, Windows, Mac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Os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etc.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Drawback of Applet</a:t>
            </a:r>
          </a:p>
          <a:p>
            <a:pPr algn="just"/>
            <a:endParaRPr lang="en-US" sz="1050" b="1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Plugin is required in the client browser to execute the applet.</a:t>
            </a:r>
          </a:p>
          <a:p>
            <a:br>
              <a:rPr lang="en-US" dirty="0"/>
            </a:b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pic>
        <p:nvPicPr>
          <p:cNvPr id="1026" name="Picture 2" descr="hierarchy of applet">
            <a:extLst>
              <a:ext uri="{FF2B5EF4-FFF2-40B4-BE49-F238E27FC236}">
                <a16:creationId xmlns:a16="http://schemas.microsoft.com/office/drawing/2014/main" id="{46940A6F-0B92-9693-7581-173154343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245" y="1534683"/>
            <a:ext cx="2130612" cy="517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BEAA29-14B5-F16E-13F9-027C4EA266D4}"/>
              </a:ext>
            </a:extLst>
          </p:cNvPr>
          <p:cNvSpPr txBox="1"/>
          <p:nvPr/>
        </p:nvSpPr>
        <p:spPr>
          <a:xfrm>
            <a:off x="9706346" y="997543"/>
            <a:ext cx="213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610B4B"/>
                </a:solidFill>
                <a:latin typeface="erdana"/>
              </a:rPr>
              <a:t>Hierarchy of Applet</a:t>
            </a:r>
            <a:endParaRPr lang="en-US" b="1" i="0" dirty="0">
              <a:solidFill>
                <a:srgbClr val="610B4B"/>
              </a:solidFill>
              <a:effectLst/>
              <a:latin typeface="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340E2-7FB6-29D8-818C-CBC8CBCDADF2}"/>
              </a:ext>
            </a:extLst>
          </p:cNvPr>
          <p:cNvSpPr txBox="1"/>
          <p:nvPr/>
        </p:nvSpPr>
        <p:spPr>
          <a:xfrm>
            <a:off x="890866" y="5505005"/>
            <a:ext cx="83786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 displayed in the above diagram, Applet class extends Panel. Panel class extends Container which is the subclass of Component.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Life Cycle of Applet</a:t>
            </a:r>
          </a:p>
        </p:txBody>
      </p:sp>
    </p:spTree>
    <p:extLst>
      <p:ext uri="{BB962C8B-B14F-4D97-AF65-F5344CB8AC3E}">
        <p14:creationId xmlns:p14="http://schemas.microsoft.com/office/powerpoint/2010/main" val="273683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Life Cycle of Applet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F29D5-5B4C-5177-18F1-FE5B25A5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48" y="975693"/>
            <a:ext cx="9123903" cy="547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8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Life Cycle Methods of Applet</a:t>
            </a:r>
          </a:p>
        </p:txBody>
      </p:sp>
    </p:spTree>
    <p:extLst>
      <p:ext uri="{BB962C8B-B14F-4D97-AF65-F5344CB8AC3E}">
        <p14:creationId xmlns:p14="http://schemas.microsoft.com/office/powerpoint/2010/main" val="159879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Life Cycle Methods of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600633" y="927253"/>
            <a:ext cx="10865223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4 life cycle methods and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1 life cycle methods for an applet.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IN" b="1" i="0" dirty="0" err="1">
                <a:effectLst/>
                <a:highlight>
                  <a:srgbClr val="FFFF00"/>
                </a:highlight>
                <a:latin typeface="erdana"/>
              </a:rPr>
              <a:t>java.applet.Applet</a:t>
            </a:r>
            <a:r>
              <a:rPr lang="en-IN" b="1" i="0" dirty="0">
                <a:effectLst/>
                <a:highlight>
                  <a:srgbClr val="FFFF00"/>
                </a:highlight>
                <a:latin typeface="erdana"/>
              </a:rPr>
              <a:t> class :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For creating any applet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must be inherited. It provides 4 life cycle methods of applet.</a:t>
            </a:r>
            <a:endParaRPr lang="en-IN" dirty="0">
              <a:solidFill>
                <a:srgbClr val="000000"/>
              </a:solidFill>
              <a:latin typeface="inter-regular"/>
            </a:endParaRP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init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initialized the Applet. It is invoked only once.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start():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invoked after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 method or browser is maximized. It is used to start the Applet.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stop():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stop the Applet. It is invoked when Applet is stop or browser is minimized.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destroy():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destroy the Applet. It is invoked only once.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 err="1">
                <a:effectLst/>
                <a:highlight>
                  <a:srgbClr val="FFFF00"/>
                </a:highlight>
                <a:latin typeface="erdana"/>
              </a:rPr>
              <a:t>java.awt.Component</a:t>
            </a:r>
            <a:r>
              <a:rPr lang="en-US" b="1" i="0" dirty="0">
                <a:effectLst/>
                <a:highlight>
                  <a:srgbClr val="FFFF00"/>
                </a:highlight>
                <a:latin typeface="erdana"/>
              </a:rPr>
              <a:t> class :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Component class provides one life cycle method of applet.</a:t>
            </a:r>
          </a:p>
          <a:p>
            <a:pPr algn="just"/>
            <a:endParaRPr lang="en-US" b="1" i="0" dirty="0">
              <a:solidFill>
                <a:srgbClr val="000000"/>
              </a:solidFill>
              <a:effectLst/>
              <a:latin typeface="inter-bold"/>
            </a:endParaRP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paint(Graphics g):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paint the Applet. It provides Graphics class object that can be used for drawing oval, rectangle, arc etc.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9921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Example of Applet</a:t>
            </a:r>
          </a:p>
        </p:txBody>
      </p:sp>
    </p:spTree>
    <p:extLst>
      <p:ext uri="{BB962C8B-B14F-4D97-AF65-F5344CB8AC3E}">
        <p14:creationId xmlns:p14="http://schemas.microsoft.com/office/powerpoint/2010/main" val="229778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Applet : Example 01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009170"/>
            <a:ext cx="1086522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 execute the applet by html file, create an applet and compile it. </a:t>
            </a:r>
          </a:p>
          <a:p>
            <a:pPr marL="342900" indent="-342900" algn="just">
              <a:buFont typeface="+mj-lt"/>
              <a:buAutoNum type="arabicParenR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After that create an html file and place the applet code in html file. Now click the html file.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663388" y="2402285"/>
            <a:ext cx="433064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//First.java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First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9A244-8DC0-EF3B-28A8-5FF25028EBBB}"/>
              </a:ext>
            </a:extLst>
          </p:cNvPr>
          <p:cNvSpPr txBox="1"/>
          <p:nvPr/>
        </p:nvSpPr>
        <p:spPr>
          <a:xfrm>
            <a:off x="5406013" y="2402285"/>
            <a:ext cx="612259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// myapplet.html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First.class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CFA4A-7A82-ECD0-71E2-E083128F0A0B}"/>
              </a:ext>
            </a:extLst>
          </p:cNvPr>
          <p:cNvSpPr txBox="1"/>
          <p:nvPr/>
        </p:nvSpPr>
        <p:spPr>
          <a:xfrm>
            <a:off x="5689880" y="5404100"/>
            <a:ext cx="583873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Open the browser : type d:\myapplet.html in address bar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( Assuming myapplet.html is saved in </a:t>
            </a:r>
            <a:r>
              <a:rPr lang="en-US" b="1" dirty="0">
                <a:solidFill>
                  <a:srgbClr val="333333"/>
                </a:solidFill>
                <a:latin typeface="inter-regular"/>
              </a:rPr>
              <a:t>d: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drive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8A21C-2861-6D41-F9ED-C50291D75955}"/>
              </a:ext>
            </a:extLst>
          </p:cNvPr>
          <p:cNvSpPr txBox="1"/>
          <p:nvPr/>
        </p:nvSpPr>
        <p:spPr>
          <a:xfrm>
            <a:off x="600634" y="5681099"/>
            <a:ext cx="43306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Compile the file using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javac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First.java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998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Applet : Example 02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600634" y="1545579"/>
            <a:ext cx="5770021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//First.java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First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 to applet"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/*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&lt;applet code="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First.class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" width="300" height="300"&gt;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&lt;/applet&gt;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*/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CFA4A-7A82-ECD0-71E2-E083128F0A0B}"/>
              </a:ext>
            </a:extLst>
          </p:cNvPr>
          <p:cNvSpPr txBox="1"/>
          <p:nvPr/>
        </p:nvSpPr>
        <p:spPr>
          <a:xfrm>
            <a:off x="7260723" y="3530738"/>
            <a:ext cx="43306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run it by: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appletviewer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First.java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8A21C-2861-6D41-F9ED-C50291D75955}"/>
              </a:ext>
            </a:extLst>
          </p:cNvPr>
          <p:cNvSpPr txBox="1"/>
          <p:nvPr/>
        </p:nvSpPr>
        <p:spPr>
          <a:xfrm>
            <a:off x="7260723" y="2666593"/>
            <a:ext cx="43306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Compile the file using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javac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First.java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969733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Applet : Example 03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466163" y="1115273"/>
            <a:ext cx="6203578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 </a:t>
            </a:r>
            <a:r>
              <a:rPr lang="en-IN" b="1" i="0" dirty="0">
                <a:solidFill>
                  <a:srgbClr val="008200"/>
                </a:solidFill>
                <a:effectLst/>
                <a:latin typeface="inter-regular"/>
              </a:rPr>
              <a:t>Java program to Draw a Smiley using Java Applet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import </a:t>
            </a:r>
            <a:r>
              <a:rPr lang="en-IN" b="0" i="0" dirty="0" err="1">
                <a:effectLst/>
                <a:latin typeface="inter-regular"/>
              </a:rPr>
              <a:t>java.applet</a:t>
            </a:r>
            <a:r>
              <a:rPr lang="en-IN" b="0" i="0" dirty="0">
                <a:effectLst/>
                <a:latin typeface="inter-regular"/>
              </a:rPr>
              <a:t>.*;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import </a:t>
            </a:r>
            <a:r>
              <a:rPr lang="en-IN" b="0" i="0" dirty="0" err="1">
                <a:effectLst/>
                <a:latin typeface="inter-regular"/>
              </a:rPr>
              <a:t>java.awt</a:t>
            </a:r>
            <a:r>
              <a:rPr lang="en-IN" b="0" i="0" dirty="0">
                <a:effectLst/>
                <a:latin typeface="inter-regular"/>
              </a:rPr>
              <a:t>.*;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/*&lt;applet code ="Smiley" width=600 height=600&gt;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&lt;/applet&gt;*/</a:t>
            </a:r>
          </a:p>
          <a:p>
            <a:pPr algn="just"/>
            <a:endParaRPr lang="en-IN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effectLst/>
                <a:latin typeface="inter-regular"/>
              </a:rPr>
              <a:t>public class Smiley extends Applet 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{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public void paint(Graphics g)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{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g.drawOval</a:t>
            </a:r>
            <a:r>
              <a:rPr lang="en-IN" b="0" i="0" dirty="0">
                <a:effectLst/>
                <a:latin typeface="inter-regular"/>
              </a:rPr>
              <a:t>(80, 70, 150, 150);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 Oval for face outline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// Ovals for eyes with black 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color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filled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</a:t>
            </a:r>
            <a:r>
              <a:rPr lang="en-IN" b="0" i="0" dirty="0">
                <a:effectLst/>
                <a:latin typeface="inter-regular"/>
              </a:rPr>
              <a:t> </a:t>
            </a:r>
            <a:r>
              <a:rPr lang="en-IN" b="0" i="0" dirty="0" err="1">
                <a:effectLst/>
                <a:latin typeface="inter-regular"/>
              </a:rPr>
              <a:t>g.setColor</a:t>
            </a:r>
            <a:r>
              <a:rPr lang="en-IN" b="0" i="0" dirty="0">
                <a:effectLst/>
                <a:latin typeface="inter-regular"/>
              </a:rPr>
              <a:t>(</a:t>
            </a:r>
            <a:r>
              <a:rPr lang="en-IN" b="0" i="0" dirty="0" err="1">
                <a:effectLst/>
                <a:latin typeface="inter-regular"/>
              </a:rPr>
              <a:t>Color.BLACK</a:t>
            </a:r>
            <a:r>
              <a:rPr lang="en-IN" b="0" i="0" dirty="0">
                <a:effectLst/>
                <a:latin typeface="inter-regular"/>
              </a:rPr>
              <a:t>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g.fillOval</a:t>
            </a:r>
            <a:r>
              <a:rPr lang="en-IN" b="0" i="0" dirty="0">
                <a:effectLst/>
                <a:latin typeface="inter-regular"/>
              </a:rPr>
              <a:t>(120, 120, 15, 15);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g.fillOval</a:t>
            </a:r>
            <a:r>
              <a:rPr lang="en-IN" b="0" i="0" dirty="0">
                <a:effectLst/>
                <a:latin typeface="inter-regular"/>
              </a:rPr>
              <a:t>(170, 120, 15, 15);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// Arc for the smile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g.drawArc</a:t>
            </a:r>
            <a:r>
              <a:rPr lang="en-IN" b="0" i="0" dirty="0">
                <a:effectLst/>
                <a:latin typeface="inter-regular"/>
              </a:rPr>
              <a:t>(130, 180, 50, 20, 180, 180);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}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E6609A-3291-4ADA-C717-34A94389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58" y="2405780"/>
            <a:ext cx="3655253" cy="406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63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GUI with Applet</a:t>
            </a:r>
          </a:p>
        </p:txBody>
      </p:sp>
    </p:spTree>
    <p:extLst>
      <p:ext uri="{BB962C8B-B14F-4D97-AF65-F5344CB8AC3E}">
        <p14:creationId xmlns:p14="http://schemas.microsoft.com/office/powerpoint/2010/main" val="1387376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Graphics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179294" y="776544"/>
            <a:ext cx="11743765" cy="56124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java.awt.Graphics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many methods for graphics programming.</a:t>
            </a:r>
          </a:p>
          <a:p>
            <a:pPr algn="just"/>
            <a:endParaRPr lang="en-US" sz="1050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i="0" dirty="0" err="1">
                <a:solidFill>
                  <a:srgbClr val="1100A7"/>
                </a:solidFill>
                <a:effectLst/>
                <a:latin typeface="inter-bold"/>
              </a:rPr>
              <a:t>drawString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(String str, int x, int y):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the specified string.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drawRect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draws a rectangle with the specified width and height.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fillRect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rectangle with the default color and specified width and height.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drawOval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oval with the specified width and height.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fillOval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oval with the default color and specified width and height.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drawLine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x1, int y1, int x2, int y2):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line between the points(x1, y1) and (x2, y2).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boolean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drawImage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(Image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img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x, int y,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ImageObserver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 observer):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draw the specified image.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drawArc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startAngle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arcAngle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draw a circular or elliptical arc.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fillArc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startAngle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arcAngle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a circular or elliptical arc.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setColor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(Color c):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set the graphics current color to the specified color.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setFont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(Font font):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set the graphics current font to the specified font.</a:t>
            </a:r>
          </a:p>
        </p:txBody>
      </p:sp>
    </p:spTree>
    <p:extLst>
      <p:ext uri="{BB962C8B-B14F-4D97-AF65-F5344CB8AC3E}">
        <p14:creationId xmlns:p14="http://schemas.microsoft.com/office/powerpoint/2010/main" val="3027866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Graphics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528918" y="948690"/>
            <a:ext cx="4634754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//GraphicsDemo.java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GraphicsDemo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g.drawLine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g.drawRect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g.fillRect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Color.pink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g.drawArc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90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g.fillArc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97390-1D01-8404-201D-2422F311A10E}"/>
              </a:ext>
            </a:extLst>
          </p:cNvPr>
          <p:cNvSpPr txBox="1"/>
          <p:nvPr/>
        </p:nvSpPr>
        <p:spPr>
          <a:xfrm>
            <a:off x="5324247" y="948690"/>
            <a:ext cx="667870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//helloapplet.html</a:t>
            </a:r>
          </a:p>
          <a:p>
            <a:pPr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GraphicsDemo.class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2542764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Image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553200" y="1419639"/>
            <a:ext cx="11085599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Applet is mostly used in games and animation. For this purpose image is required to be displayed.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java.awt.Graphics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 a method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drawImage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to display the image.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getImage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()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that returns the object of Image.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Image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getImage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(URL u, String image){}  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Other required methods of Applet class to display image: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URL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getDocumentBase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return the URL of the document in which applet is embedded.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URL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getCodeBase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return the base URL.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0115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Image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528917" y="948690"/>
            <a:ext cx="6022607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//GraphicsDemo.java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DisplayImage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Image picture;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picture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getDocumentBase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“hello.jpg"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(picture,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97390-1D01-8404-201D-2422F311A10E}"/>
              </a:ext>
            </a:extLst>
          </p:cNvPr>
          <p:cNvSpPr txBox="1"/>
          <p:nvPr/>
        </p:nvSpPr>
        <p:spPr>
          <a:xfrm>
            <a:off x="7132950" y="948690"/>
            <a:ext cx="4201590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//helloapplet.html</a:t>
            </a:r>
          </a:p>
          <a:p>
            <a:pPr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lang="en-IN" dirty="0" err="1">
                <a:solidFill>
                  <a:srgbClr val="0000FF"/>
                </a:solidFill>
                <a:latin typeface="inter-regular"/>
              </a:rPr>
              <a:t>DisplayImage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.class"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352793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Painting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490445" y="776544"/>
            <a:ext cx="1108559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We can perform painting operation in applet by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mouseDragged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method of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AA779-BB71-36AF-51A5-7B65C34CA43C}"/>
              </a:ext>
            </a:extLst>
          </p:cNvPr>
          <p:cNvSpPr txBox="1"/>
          <p:nvPr/>
        </p:nvSpPr>
        <p:spPr>
          <a:xfrm>
            <a:off x="379570" y="1386473"/>
            <a:ext cx="721698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MouseDrag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MouseMotionListener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addMouseMotionListener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setBackground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Graphics g=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Color.white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me.getX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me.getY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me){}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C6271-E35E-5A62-E4C7-DA1F89E6A1B1}"/>
              </a:ext>
            </a:extLst>
          </p:cNvPr>
          <p:cNvSpPr txBox="1"/>
          <p:nvPr/>
        </p:nvSpPr>
        <p:spPr>
          <a:xfrm>
            <a:off x="8028634" y="2149019"/>
            <a:ext cx="393816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&lt;body&gt;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MouseDrag.class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&lt;/applet&gt;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&lt;/body&gt;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198525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Parameter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380258" y="1005472"/>
            <a:ext cx="11085599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We can get any information from the HTML file as a parameter. For this purpose, Applet class provides a method named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getParameter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Syntax: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getParameter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parameterName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 </a:t>
            </a:r>
          </a:p>
          <a:p>
            <a:pPr algn="just"/>
            <a:endParaRPr lang="en-US" b="1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AA779-BB71-36AF-51A5-7B65C34CA43C}"/>
              </a:ext>
            </a:extLst>
          </p:cNvPr>
          <p:cNvSpPr txBox="1"/>
          <p:nvPr/>
        </p:nvSpPr>
        <p:spPr>
          <a:xfrm>
            <a:off x="380258" y="2882550"/>
            <a:ext cx="4282177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UseParam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String str=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getParameter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msg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(str,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C6271-E35E-5A62-E4C7-DA1F89E6A1B1}"/>
              </a:ext>
            </a:extLst>
          </p:cNvPr>
          <p:cNvSpPr txBox="1"/>
          <p:nvPr/>
        </p:nvSpPr>
        <p:spPr>
          <a:xfrm>
            <a:off x="5094513" y="2882550"/>
            <a:ext cx="651133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UseParam.class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  &lt;param name=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"msg"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value=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"Welcome to applet"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2128804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5030</TotalTime>
  <Words>1752</Words>
  <Application>Microsoft Office PowerPoint</Application>
  <PresentationFormat>Widescreen</PresentationFormat>
  <Paragraphs>239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Java Applet</vt:lpstr>
      <vt:lpstr>Java Applet - Introduction</vt:lpstr>
      <vt:lpstr>Life Cycle of Applet</vt:lpstr>
      <vt:lpstr>Life Cycle of Applet</vt:lpstr>
      <vt:lpstr>Life Cycle Methods of Applet</vt:lpstr>
      <vt:lpstr>Life Cycle Methods of Applet</vt:lpstr>
      <vt:lpstr>Example of Applet</vt:lpstr>
      <vt:lpstr>Applet : Example 01 </vt:lpstr>
      <vt:lpstr>Applet : Example 02 </vt:lpstr>
      <vt:lpstr>Applet : Example 03 </vt:lpstr>
      <vt:lpstr>GUI with Applet</vt:lpstr>
      <vt:lpstr>Displaying Graphics in Applet</vt:lpstr>
      <vt:lpstr>Displaying Graphics in Applet</vt:lpstr>
      <vt:lpstr>Displaying Image in Applet</vt:lpstr>
      <vt:lpstr>Displaying Image in Applet : Example</vt:lpstr>
      <vt:lpstr>Painting in Applet : Example</vt:lpstr>
      <vt:lpstr>Parameter in Applet 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311</cp:revision>
  <dcterms:created xsi:type="dcterms:W3CDTF">2022-08-21T11:09:16Z</dcterms:created>
  <dcterms:modified xsi:type="dcterms:W3CDTF">2022-11-30T07:08:22Z</dcterms:modified>
</cp:coreProperties>
</file>